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5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11/01/2013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324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 smtClean="0"/>
              <a:t>Deployment</a:t>
            </a:r>
            <a:r>
              <a:rPr lang="fr-FR" dirty="0" smtClean="0"/>
              <a:t> (</a:t>
            </a:r>
            <a:r>
              <a:rPr lang="fr-FR" dirty="0" err="1" smtClean="0"/>
              <a:t>runtime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5536" y="1600201"/>
            <a:ext cx="3466728" cy="1972816"/>
          </a:xfrm>
          <a:solidFill>
            <a:schemeClr val="bg2">
              <a:alpha val="41000"/>
            </a:schemeClr>
          </a:solid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400000" scaled="0"/>
            </a:gradFill>
          </a:ln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2400" dirty="0" err="1" smtClean="0"/>
              <a:t>Runtime</a:t>
            </a:r>
            <a:r>
              <a:rPr lang="fr-FR" sz="2400" dirty="0" smtClean="0"/>
              <a:t>/bin/</a:t>
            </a:r>
          </a:p>
          <a:p>
            <a:pPr marL="457200" lvl="1" indent="0">
              <a:buNone/>
            </a:pPr>
            <a:r>
              <a:rPr lang="fr-FR" sz="2000" dirty="0" smtClean="0"/>
              <a:t>CK.Core.dll</a:t>
            </a:r>
          </a:p>
          <a:p>
            <a:pPr marL="457200" lvl="1" indent="0">
              <a:buNone/>
            </a:pPr>
            <a:r>
              <a:rPr lang="fr-FR" sz="2000" dirty="0" smtClean="0"/>
              <a:t>CK.StObj.Model.dll</a:t>
            </a:r>
          </a:p>
          <a:p>
            <a:pPr marL="457200" lvl="1" indent="0">
              <a:buNone/>
            </a:pPr>
            <a:r>
              <a:rPr lang="fr-FR" sz="2000" b="1" dirty="0" smtClean="0"/>
              <a:t>My.Lib.dll</a:t>
            </a:r>
          </a:p>
          <a:p>
            <a:pPr marL="457200" lvl="1" indent="0">
              <a:buNone/>
            </a:pPr>
            <a:r>
              <a:rPr lang="fr-FR" sz="2000" b="1" dirty="0" smtClean="0"/>
              <a:t>My.Code.dll</a:t>
            </a:r>
            <a:endParaRPr lang="fr-FR" sz="2000" b="1" dirty="0"/>
          </a:p>
          <a:p>
            <a:pPr marL="457200" lvl="1" indent="0">
              <a:buNone/>
            </a:pPr>
            <a:r>
              <a:rPr lang="fr-FR" sz="2000" i="1" dirty="0" smtClean="0"/>
              <a:t>CK.StObj.AutoAssembly</a:t>
            </a:r>
            <a:r>
              <a:rPr lang="fr-FR" sz="2000" dirty="0" smtClean="0"/>
              <a:t>.dll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cxnSp>
        <p:nvCxnSpPr>
          <p:cNvPr id="5" name="Connecteur en arc 4"/>
          <p:cNvCxnSpPr/>
          <p:nvPr/>
        </p:nvCxnSpPr>
        <p:spPr>
          <a:xfrm rot="10800000">
            <a:off x="2123742" y="2060850"/>
            <a:ext cx="432036" cy="216022"/>
          </a:xfrm>
          <a:prstGeom prst="curvedConnector3">
            <a:avLst>
              <a:gd name="adj1" fmla="val -2346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en arc 22"/>
          <p:cNvCxnSpPr/>
          <p:nvPr/>
        </p:nvCxnSpPr>
        <p:spPr>
          <a:xfrm flipV="1">
            <a:off x="1979712" y="2348880"/>
            <a:ext cx="864097" cy="288032"/>
          </a:xfrm>
          <a:prstGeom prst="curvedConnector3">
            <a:avLst>
              <a:gd name="adj1" fmla="val 119965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en arc 26"/>
          <p:cNvCxnSpPr/>
          <p:nvPr/>
        </p:nvCxnSpPr>
        <p:spPr>
          <a:xfrm flipV="1">
            <a:off x="2141650" y="2348880"/>
            <a:ext cx="846174" cy="576064"/>
          </a:xfrm>
          <a:prstGeom prst="curvedConnector3">
            <a:avLst>
              <a:gd name="adj1" fmla="val 14109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en arc 29"/>
          <p:cNvCxnSpPr/>
          <p:nvPr/>
        </p:nvCxnSpPr>
        <p:spPr>
          <a:xfrm rot="10800000">
            <a:off x="1979712" y="2708922"/>
            <a:ext cx="216024" cy="144017"/>
          </a:xfrm>
          <a:prstGeom prst="curvedConnector3">
            <a:avLst>
              <a:gd name="adj1" fmla="val -124912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/>
          <p:cNvCxnSpPr/>
          <p:nvPr/>
        </p:nvCxnSpPr>
        <p:spPr>
          <a:xfrm flipH="1" flipV="1">
            <a:off x="2319386" y="2990203"/>
            <a:ext cx="360041" cy="144016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/>
          <p:cNvCxnSpPr/>
          <p:nvPr/>
        </p:nvCxnSpPr>
        <p:spPr>
          <a:xfrm flipH="1" flipV="1">
            <a:off x="2555778" y="2780932"/>
            <a:ext cx="123649" cy="353287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 flipV="1">
            <a:off x="2679427" y="2492896"/>
            <a:ext cx="0" cy="641323"/>
          </a:xfrm>
          <a:prstGeom prst="straightConnector1">
            <a:avLst/>
          </a:prstGeom>
          <a:ln w="254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space réservé du contenu 2"/>
          <p:cNvSpPr txBox="1">
            <a:spLocks/>
          </p:cNvSpPr>
          <p:nvPr/>
        </p:nvSpPr>
        <p:spPr>
          <a:xfrm>
            <a:off x="4860032" y="2636912"/>
            <a:ext cx="3466728" cy="1296144"/>
          </a:xfrm>
          <a:prstGeom prst="rect">
            <a:avLst/>
          </a:prstGeom>
          <a:solidFill>
            <a:schemeClr val="bg2">
              <a:alpha val="41000"/>
            </a:schemeClr>
          </a:solidFill>
          <a:ln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2400000" scaled="0"/>
            </a:gra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fr-FR" sz="2400" dirty="0" smtClean="0"/>
              <a:t>Updater/bin/</a:t>
            </a:r>
          </a:p>
          <a:p>
            <a:pPr marL="457200" lvl="1" indent="0">
              <a:buNone/>
            </a:pPr>
            <a:r>
              <a:rPr lang="fr-FR" sz="2000" dirty="0" smtClean="0"/>
              <a:t>CK.StObj.Runtime.dll</a:t>
            </a:r>
          </a:p>
          <a:p>
            <a:pPr marL="457200" lvl="1" indent="0">
              <a:buNone/>
            </a:pPr>
            <a:r>
              <a:rPr lang="fr-FR" sz="2000" dirty="0" smtClean="0"/>
              <a:t>CK.StObj.Engine.dll</a:t>
            </a:r>
            <a:endParaRPr lang="fr-FR" sz="2000" dirty="0"/>
          </a:p>
          <a:p>
            <a:pPr marL="457200" lvl="1" indent="0">
              <a:buNone/>
            </a:pPr>
            <a:endParaRPr lang="fr-FR" dirty="0" smtClean="0"/>
          </a:p>
          <a:p>
            <a:pPr lvl="1"/>
            <a:endParaRPr lang="fr-FR" dirty="0"/>
          </a:p>
        </p:txBody>
      </p:sp>
      <p:cxnSp>
        <p:nvCxnSpPr>
          <p:cNvPr id="67" name="Connecteur en angle 66"/>
          <p:cNvCxnSpPr/>
          <p:nvPr/>
        </p:nvCxnSpPr>
        <p:spPr>
          <a:xfrm rot="5400000">
            <a:off x="-216532" y="3032956"/>
            <a:ext cx="1800200" cy="432048"/>
          </a:xfrm>
          <a:prstGeom prst="bentConnector3">
            <a:avLst>
              <a:gd name="adj1" fmla="val 45"/>
            </a:avLst>
          </a:prstGeom>
          <a:ln w="50800" cmpd="dbl">
            <a:prstDash val="sysDot"/>
            <a:miter lim="800000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467544" y="4149080"/>
            <a:ext cx="3168352" cy="2880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algn="ctr"/>
            <a:r>
              <a:rPr lang="fr-FR" sz="1200" dirty="0" err="1">
                <a:solidFill>
                  <a:schemeClr val="tx1"/>
                </a:solidFill>
              </a:rPr>
              <a:t>IStObjMap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err="1">
                <a:solidFill>
                  <a:schemeClr val="tx1"/>
                </a:solidFill>
              </a:rPr>
              <a:t>Load</a:t>
            </a:r>
            <a:r>
              <a:rPr lang="fr-FR" sz="1200" dirty="0">
                <a:solidFill>
                  <a:schemeClr val="tx1"/>
                </a:solidFill>
              </a:rPr>
              <a:t>( « </a:t>
            </a:r>
            <a:r>
              <a:rPr lang="fr-FR" sz="1200" i="1" dirty="0" err="1">
                <a:solidFill>
                  <a:schemeClr val="tx1"/>
                </a:solidFill>
              </a:rPr>
              <a:t>CK.StObj.AutoAssembly</a:t>
            </a:r>
            <a:r>
              <a:rPr lang="fr-FR" sz="1200" i="1" dirty="0">
                <a:solidFill>
                  <a:schemeClr val="tx1"/>
                </a:solidFill>
              </a:rPr>
              <a:t> »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smtClean="0">
                <a:solidFill>
                  <a:schemeClr val="tx1"/>
                </a:solidFill>
              </a:rPr>
              <a:t>);</a:t>
            </a:r>
            <a:endParaRPr lang="fr-FR" sz="1200" dirty="0">
              <a:solidFill>
                <a:schemeClr val="tx1"/>
              </a:solidFill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467544" y="4581128"/>
            <a:ext cx="3168352" cy="2880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/>
            <a:r>
              <a:rPr lang="fr-FR" sz="1200" dirty="0" err="1" smtClean="0">
                <a:solidFill>
                  <a:schemeClr val="tx1"/>
                </a:solidFill>
              </a:rPr>
              <a:t>void</a:t>
            </a:r>
            <a:r>
              <a:rPr lang="fr-FR" sz="1200" dirty="0" smtClean="0">
                <a:solidFill>
                  <a:schemeClr val="tx1"/>
                </a:solidFill>
              </a:rPr>
              <a:t> </a:t>
            </a:r>
            <a:r>
              <a:rPr lang="fr-FR" sz="1200" dirty="0" err="1" smtClean="0">
                <a:solidFill>
                  <a:schemeClr val="tx1"/>
                </a:solidFill>
              </a:rPr>
              <a:t>Build</a:t>
            </a:r>
            <a:r>
              <a:rPr lang="fr-FR" sz="1200" dirty="0" smtClean="0">
                <a:solidFill>
                  <a:schemeClr val="tx1"/>
                </a:solidFill>
              </a:rPr>
              <a:t>(</a:t>
            </a:r>
            <a:r>
              <a:rPr lang="fr-FR" sz="1200" dirty="0">
                <a:solidFill>
                  <a:schemeClr val="tx1"/>
                </a:solidFill>
              </a:rPr>
              <a:t> </a:t>
            </a:r>
            <a:r>
              <a:rPr lang="fr-FR" sz="1200" dirty="0" smtClean="0">
                <a:solidFill>
                  <a:schemeClr val="tx1"/>
                </a:solidFill>
              </a:rPr>
              <a:t>config );</a:t>
            </a:r>
            <a:endParaRPr lang="fr-FR" sz="1200" dirty="0">
              <a:solidFill>
                <a:schemeClr val="tx1"/>
              </a:solidFill>
            </a:endParaRPr>
          </a:p>
        </p:txBody>
      </p:sp>
      <p:cxnSp>
        <p:nvCxnSpPr>
          <p:cNvPr id="85" name="Connecteur droit avec flèche 84"/>
          <p:cNvCxnSpPr/>
          <p:nvPr/>
        </p:nvCxnSpPr>
        <p:spPr>
          <a:xfrm flipH="1">
            <a:off x="6117805" y="3979104"/>
            <a:ext cx="216024" cy="576064"/>
          </a:xfrm>
          <a:prstGeom prst="straightConnector1">
            <a:avLst/>
          </a:prstGeom>
          <a:ln w="63500"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/>
          <p:cNvCxnSpPr/>
          <p:nvPr/>
        </p:nvCxnSpPr>
        <p:spPr>
          <a:xfrm flipH="1" flipV="1">
            <a:off x="3563888" y="3284984"/>
            <a:ext cx="1656184" cy="1440160"/>
          </a:xfrm>
          <a:prstGeom prst="straightConnector1">
            <a:avLst/>
          </a:prstGeom>
          <a:ln w="63500" cmpd="sng">
            <a:solidFill>
              <a:schemeClr val="tx2">
                <a:lumMod val="75000"/>
              </a:schemeClr>
            </a:solidFill>
            <a:bevel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Pensées 82"/>
          <p:cNvSpPr/>
          <p:nvPr/>
        </p:nvSpPr>
        <p:spPr>
          <a:xfrm>
            <a:off x="4716016" y="4585566"/>
            <a:ext cx="2160240" cy="1291705"/>
          </a:xfrm>
          <a:prstGeom prst="cloudCallout">
            <a:avLst>
              <a:gd name="adj1" fmla="val -93858"/>
              <a:gd name="adj2" fmla="val -2815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 smtClean="0"/>
              <a:t>AppDomain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6155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47387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26</Words>
  <Application>Microsoft Office PowerPoint</Application>
  <PresentationFormat>Affichage à l'écran (4:3)</PresentationFormat>
  <Paragraphs>13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Présentation PowerPoint</vt:lpstr>
      <vt:lpstr>Deployment (runtime only)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Spi</dc:creator>
  <cp:lastModifiedBy>Spi</cp:lastModifiedBy>
  <cp:revision>8</cp:revision>
  <dcterms:created xsi:type="dcterms:W3CDTF">2013-01-08T07:44:34Z</dcterms:created>
  <dcterms:modified xsi:type="dcterms:W3CDTF">2013-01-11T09:31:31Z</dcterms:modified>
</cp:coreProperties>
</file>